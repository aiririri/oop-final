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63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763D-D862-439D-9F32-FF546693F157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0055-992F-42B8-8BF0-CC427EA0E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901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763D-D862-439D-9F32-FF546693F157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0055-992F-42B8-8BF0-CC427EA0E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48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763D-D862-439D-9F32-FF546693F157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0055-992F-42B8-8BF0-CC427EA0E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928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763D-D862-439D-9F32-FF546693F157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0055-992F-42B8-8BF0-CC427EA0E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321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763D-D862-439D-9F32-FF546693F157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0055-992F-42B8-8BF0-CC427EA0E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10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763D-D862-439D-9F32-FF546693F157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0055-992F-42B8-8BF0-CC427EA0E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018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763D-D862-439D-9F32-FF546693F157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0055-992F-42B8-8BF0-CC427EA0E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3109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763D-D862-439D-9F32-FF546693F157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0055-992F-42B8-8BF0-CC427EA0E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40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763D-D862-439D-9F32-FF546693F157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0055-992F-42B8-8BF0-CC427EA0E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0110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763D-D862-439D-9F32-FF546693F157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0055-992F-42B8-8BF0-CC427EA0E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973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763D-D862-439D-9F32-FF546693F157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00055-992F-42B8-8BF0-CC427EA0E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08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3763D-D862-439D-9F32-FF546693F157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00055-992F-42B8-8BF0-CC427EA0E2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686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OOP Final Project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Group members: Amir, Ekaterina, Almas, </a:t>
            </a:r>
            <a:r>
              <a:rPr lang="en-US" dirty="0" err="1" smtClean="0"/>
              <a:t>Komron</a:t>
            </a:r>
            <a:r>
              <a:rPr lang="en-US" dirty="0" smtClean="0"/>
              <a:t>, </a:t>
            </a:r>
            <a:r>
              <a:rPr lang="en-US" dirty="0" err="1" smtClean="0"/>
              <a:t>Sanzhar</a:t>
            </a:r>
            <a:r>
              <a:rPr lang="en-US" dirty="0" smtClean="0"/>
              <a:t>	G1 in G5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0469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outputs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6151" y="1825625"/>
            <a:ext cx="4699698" cy="43513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14147" y="1136276"/>
            <a:ext cx="960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First run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3612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outputs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6051" y="2274005"/>
            <a:ext cx="4819898" cy="34545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9266" y="1613014"/>
            <a:ext cx="1946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Log in as an Admin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2331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outputs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149266" y="1613014"/>
            <a:ext cx="2053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Log in as a Manager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522" y="2316028"/>
            <a:ext cx="5456965" cy="356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415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outputs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149266" y="1613014"/>
            <a:ext cx="208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Log in as a Professor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1" y="2292725"/>
            <a:ext cx="5467368" cy="335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597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outputs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149266" y="1613014"/>
            <a:ext cx="1993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Log in as a Lecturer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935" y="2510864"/>
            <a:ext cx="5319930" cy="315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04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outputs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149266" y="1613014"/>
            <a:ext cx="2643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Log in as a Senior Lecturer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677" y="2363809"/>
            <a:ext cx="5877416" cy="354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132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outputs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149266" y="1613014"/>
            <a:ext cx="19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Log in as a Student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694" y="2295075"/>
            <a:ext cx="5981071" cy="382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7056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66</Words>
  <Application>Microsoft Office PowerPoint</Application>
  <PresentationFormat>Широкоэкранный</PresentationFormat>
  <Paragraphs>16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OOP Final Project</vt:lpstr>
      <vt:lpstr>Project outputs</vt:lpstr>
      <vt:lpstr>Project outputs</vt:lpstr>
      <vt:lpstr>Project outputs</vt:lpstr>
      <vt:lpstr>Project outputs</vt:lpstr>
      <vt:lpstr>Project outputs</vt:lpstr>
      <vt:lpstr>Project outputs</vt:lpstr>
      <vt:lpstr>Project outputs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Final Project</dc:title>
  <dc:creator>Amir Baiguzhinov</dc:creator>
  <cp:lastModifiedBy>Amir Baiguzhinov</cp:lastModifiedBy>
  <cp:revision>6</cp:revision>
  <dcterms:created xsi:type="dcterms:W3CDTF">2026-05-13T15:40:26Z</dcterms:created>
  <dcterms:modified xsi:type="dcterms:W3CDTF">2026-05-13T16:25:29Z</dcterms:modified>
</cp:coreProperties>
</file>